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48" r:id="rId2"/>
    <p:sldMasterId id="2147483660" r:id="rId3"/>
    <p:sldMasterId id="2147483672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59" r:id="rId7"/>
    <p:sldId id="260" r:id="rId8"/>
    <p:sldId id="256" r:id="rId9"/>
    <p:sldId id="261" r:id="rId1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2028"/>
    <a:srgbClr val="C3E1E3"/>
    <a:srgbClr val="A0D3D4"/>
    <a:srgbClr val="BF464D"/>
    <a:srgbClr val="E2F1F2"/>
    <a:srgbClr val="E9EBF5"/>
    <a:srgbClr val="9FD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69" d="100"/>
          <a:sy n="69" d="100"/>
        </p:scale>
        <p:origin x="8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2990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>
            <a:extLst>
              <a:ext uri="{FF2B5EF4-FFF2-40B4-BE49-F238E27FC236}">
                <a16:creationId xmlns:a16="http://schemas.microsoft.com/office/drawing/2014/main" id="{1937D5AD-4403-35F9-16EF-2E4238150E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8F716280-18BF-A6F2-514A-10883C5EFF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29AAB-B3CB-4750-AC37-128981AFC50D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53497965-0597-AD7F-49B2-6975F2F2C5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CD54A935-54F0-E2B0-2978-A21C098133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01F5F-0E72-4E75-B016-230E7FE6084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69512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AB4FD-2AA3-4764-99FE-BDA263D9EC1A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1EBBB-C942-4EE5-BB6C-C2F6D435DD9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2196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BCC5CF3-9706-FDC3-1546-7BEC76F3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6F93-B31E-48B3-B299-93E6BA5A394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C6ABCC6-89AA-2F8E-F803-AE2D8DF6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E4EB0B8-77AF-D09E-BAB3-5826498E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83843-90EA-4CC3-9ED6-BD13B213D234}" type="slidenum">
              <a:rPr lang="sk-SK" smtClean="0"/>
              <a:t>‹#›</a:t>
            </a:fld>
            <a:endParaRPr lang="sk-SK"/>
          </a:p>
        </p:txBody>
      </p:sp>
      <p:sp>
        <p:nvSpPr>
          <p:cNvPr id="7" name="Nadpis 13">
            <a:extLst>
              <a:ext uri="{FF2B5EF4-FFF2-40B4-BE49-F238E27FC236}">
                <a16:creationId xmlns:a16="http://schemas.microsoft.com/office/drawing/2014/main" id="{24B9DD49-7392-2E8C-2F39-2AE867EA7CA3}"/>
              </a:ext>
            </a:extLst>
          </p:cNvPr>
          <p:cNvSpPr txBox="1">
            <a:spLocks/>
          </p:cNvSpPr>
          <p:nvPr userDrawn="1"/>
        </p:nvSpPr>
        <p:spPr>
          <a:xfrm>
            <a:off x="257175" y="1373321"/>
            <a:ext cx="11325225" cy="3106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GB" sz="3600" b="1" dirty="0">
              <a:solidFill>
                <a:srgbClr val="B32028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odnadpis 15">
            <a:extLst>
              <a:ext uri="{FF2B5EF4-FFF2-40B4-BE49-F238E27FC236}">
                <a16:creationId xmlns:a16="http://schemas.microsoft.com/office/drawing/2014/main" id="{72749834-0FF4-8536-EFD1-BCA8F657C9C6}"/>
              </a:ext>
            </a:extLst>
          </p:cNvPr>
          <p:cNvSpPr txBox="1">
            <a:spLocks/>
          </p:cNvSpPr>
          <p:nvPr userDrawn="1"/>
        </p:nvSpPr>
        <p:spPr>
          <a:xfrm>
            <a:off x="257175" y="4538690"/>
            <a:ext cx="10410825" cy="942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800" dirty="0">
              <a:solidFill>
                <a:srgbClr val="BF464D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B4C7B88-8C06-B988-781C-40DB0464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740"/>
            <a:ext cx="10515600" cy="698738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B32028"/>
                </a:solidFill>
                <a:latin typeface="Poppins" panose="00000500000000000000" pitchFamily="2" charset="-18"/>
                <a:cs typeface="Poppins" panose="00000500000000000000" pitchFamily="2" charset="-18"/>
              </a:defRPr>
            </a:lvl1pPr>
          </a:lstStyle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8148656-F08E-1BC6-3F40-8EE5AB1D4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468" y="452806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B32028"/>
                </a:solidFill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 dirty="0"/>
              <a:t>Kliknutím upravte štýl predlohy podnadpisu</a:t>
            </a:r>
          </a:p>
        </p:txBody>
      </p:sp>
    </p:spTree>
    <p:extLst>
      <p:ext uri="{BB962C8B-B14F-4D97-AF65-F5344CB8AC3E}">
        <p14:creationId xmlns:p14="http://schemas.microsoft.com/office/powerpoint/2010/main" val="82328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C4A6C3-7E08-33BF-ECB4-68CCAB6A9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3130833-E992-9C28-3170-EED12091A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B96F545-B007-4F51-43B5-8BF08E94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5AC9ECC-A5BA-57B4-2B35-23160820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937F6F1-E167-62BE-4EC9-370190FB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4013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7EA23E-D110-2AB5-DCC2-3916F3E9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BAF6C6C-5BB2-8E87-8709-0AEC8B909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53A7F89-24CD-0B8B-C5E0-F2DF3BED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9237BD7-3F70-084D-9595-24EF5EBB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07080A4-F337-3060-319A-F32B5E49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581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AA77A2-3100-BE2B-FEC6-A2C93D23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BE42BE-B375-FBB5-BA0E-5BE14FCDE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FB605B3-BD89-F379-A279-956E80A13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1262496A-E2F9-6385-CDFB-01B9F88E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00C7869-8709-7922-6959-6287C5F0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EA5F0078-44DC-67C0-E780-19AF5222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1400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BC1569-7A1E-3395-F53C-BB13351B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BAE679F-3644-B403-03B3-AF71E364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8409CDF6-7E73-E3F1-9602-7B6E27B80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490324D-8DE5-28D9-1E23-B2D9D6028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7EA3D1BA-C99B-3E1F-77D7-027D1C2B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43FB76F2-DD60-421F-C5CF-137A2C1F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6CE69C1-E927-4797-66A9-B088A090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32DE43FC-53D0-A5A1-6250-7794328B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980131-7006-38F8-E995-0459615B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7ED51651-C893-E293-0E7F-25BE3DD1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0432EEAF-4A84-F7BB-5613-921B164D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E3D225EA-1E68-BE27-064C-2106EA92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02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6D003EB5-E03C-1B88-1D3C-683B230B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C9D11337-30FA-E803-4EFD-54704635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398E90C-BF1A-B00C-9F7B-C8842755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6959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1601A8-3E25-4F87-A7C9-D330806B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91B9B71-78B7-029A-1D4F-A3D4BABC4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528EE6A-B171-8739-3036-220D86D60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ACF93EB8-2B65-7892-3CD4-91BB269A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E9A24E3E-509A-6B63-120D-71B53107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BF6C20-CC2C-6FE6-6180-A094EE96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6131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4CDF8A-6687-4684-6586-BBEC7C77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044C651F-01C0-1467-05FE-74B5706F8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8CD705B-F3C6-73F1-DF81-C16FAC50C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6320140-3DDC-8A5B-C8D3-7468081A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FF279A27-D847-157B-87E0-52AEDC77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744A9D1F-1DAD-4336-221E-6BABDE38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2314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3393DC-ABA2-0561-B04C-7D1B1072D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D1C978B3-B177-C07E-5799-9812FE68F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3AB8367-692F-035F-571D-74EAA4DE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FE0DFE1-49D8-5B13-38C1-056E28BE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8C879A2-1478-59C0-E7AE-29AB016D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5478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0B97BBE7-CF80-EA87-94AB-35332E41A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B30561D7-F28D-EFA2-9BD8-1AED526C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0B47586-BFE9-FB3A-FC0F-766CB3B9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A19E212-0E6C-6B56-BEDA-A95812BA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ACF972E-84B9-8F2C-0758-52B59CD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32983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40C165-6F97-9C5A-7B04-563063E6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DFCFBD-FF3C-93F2-256D-98D155F2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7A7CEFA-BC25-1564-E7B1-437BC9A7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5606448-E4C8-F9E0-F90C-93FAEA82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375EF6D-E4E1-8875-3E05-6998FE97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52894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F8AAAD-DFE9-7B74-3177-5A320DE8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AF7D8B6-9F7A-8C3B-84C9-83D8BD559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DAC7CDB-3C59-BA2F-E96D-B5F96B93F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8C3627F-4A11-B066-EDF3-DE8655C5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5F09232-41D8-35AC-CE55-246870BC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E89DEBE9-565D-B574-1238-41E4BC7B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8286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6D7DA9-C477-46B6-D82E-E261EFD84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CB35B33-EBD9-4C3A-D7A4-3C13296D1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64B712B8-411D-9719-9F45-AFFF9B8ED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86C2306-48D9-48FA-FFAC-12D4D44C1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BE83E644-4B3E-082C-E50F-B2760E9D0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D37131F6-4566-7AAC-AD21-4207713D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FD31441-B8D2-2723-7628-7AFB5F4F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296D68A1-0F77-9DE3-A799-832F973C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47489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DAADFA-1C1E-6C63-D735-F39E05AF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DA199703-5673-E797-1C93-6067C5D1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31619990-C318-F6D1-DDB6-9786A8FF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9FAA92BD-B397-6952-894F-03C12052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32479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C31E8244-30DD-450A-D81C-2BD32E0A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FFD05396-2A59-FC9E-C149-0A661426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2D0182C-533A-4EDA-524A-6CF48DD8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8896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16E8A1-7599-7470-DBD5-3CBDA9F3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634F6D8-F012-BE17-4E96-1B8D9B473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D8AEA31-76E1-0F50-832F-48B8E06AF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3D08CDC-4C09-D657-25ED-31B9D41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01B797E-1893-BFE8-BA2D-C5886A1F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04DF24C-A980-8AFF-05CC-3B0BE486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04589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A625C1-EB2C-2675-ED3C-ACE60B1F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02BA092-D769-54C5-E73A-6A9F84B31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2576DF7-3015-CDE8-83F9-0880028B7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DEA95E4-37F2-59AC-7688-9CEBFF700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0187D3B-60A1-1B49-4BB7-308E85CC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41803E9-6E47-C122-D85A-00B3D060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1212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0B6E86-B5BF-604E-5811-57EE04BF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3B3B40DF-C289-41D3-94B4-85D7394EA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B9BCBBE-525F-2601-039C-FE0C6145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A9DD25D-CCED-7A12-9E43-9743C834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027B785-ADDD-E9A3-A229-FB12EAF1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29655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0575A625-A42F-795B-1DFA-0A2B61E1F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2779AD2B-6153-01E3-73D6-0F174B40C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10FD37A-028A-9AD6-B936-4DB585CD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05D6300-12A0-3777-348F-F475E48C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4402EA-A411-3C72-12BE-BDBCB3B6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3118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8C82DC-67DE-9AD4-AC4B-9D48BF38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C37BFC-EB82-5F6A-6B0D-C40F1AB3E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F9D5EA9-B691-8A3A-3D71-9F5CD34A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07E00B4-8D21-2B7C-EE88-87C54109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1D3A0EF-CFBD-CF82-E6FD-EA01EAAD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96189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365AC3-8907-4372-2080-32BF3B45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C7E238-8EFE-B2A5-1F2C-7B200F2AF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FEAD28C-DE3C-961A-C175-193468A90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3CBFB2B-9673-1861-AFE5-9F58FABE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0FB9BDC0-3393-E05A-1993-A0E50B1FD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55957F9-5B65-07DE-74D3-B11C1379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60632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B36906-7D89-A6E6-55E0-F44BA8C1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A1429CB-D26B-0187-608A-617670663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02EEEFE6-87F3-F317-7C06-92D37B5AB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49A8F59-A150-AB29-D2A2-1683512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7D631E2B-7904-7274-266A-E282DEB98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404DDB8-E869-F984-CCFE-CF22F127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C30B4D3F-3E06-9AE8-70E9-ED1D3624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EE220369-5113-7A49-3FA9-C35A0A31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948075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B9A76C-956D-7E49-2BF7-A72509EE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C23E95D5-1DB0-7E98-0308-2A445384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C881D4D7-EEE0-9EA8-3DC7-6ABDD9A9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7C1DC8AC-BD52-BF67-58E8-CD623DF7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0384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3D4FFBA0-B5CD-3492-DA83-5344F6A0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0706B1E8-A322-E46D-EC65-DDC81F4F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9DC3EE-389D-121E-FEA7-D04823BF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80079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38F718-FB1E-EA3E-0F8B-C8325BE5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D05CDB-E811-003B-1DCA-EE017D5DF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D85197C-F044-BAB0-2074-B5E2C8420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7F866CA-1A1D-2C65-E509-54177825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45EB040-9B3F-35E5-B91A-B58A02A0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7347E9CC-3A9E-87A1-E3AA-24833959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30701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05B350-B3D6-1A91-296A-E36D3AC7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BAA96F28-3E37-482D-C32D-A1718BC03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C2719B4-3E0C-8D08-E29C-CD26C30DD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C4BD18C-1E7D-7F3B-1E79-10C1EFFD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2F7BD1-D6E7-DAC8-B093-B634A2C3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1277262-8F92-96C5-63B1-4E01CCDA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77924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938F1D-8024-B618-9DA6-1462D7BB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9894B3C-ABDD-17C0-73D0-65EC80EF2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7D2BE9D-BB79-DD01-9FD7-74ADDB74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7501EE6-470D-6A0A-507D-13592316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0DAD104-4EAF-B882-C4E8-2C35A2B3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44483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56C05AC5-98FB-4021-5B5E-F1C705E0B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1009298-9CA7-EA52-BA52-C183BA80D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7C32123-E71C-D9AF-73B2-2D8CB809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72C843F-C256-CEF4-97FC-05B78F53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4717653-E9BF-C31E-909D-D4925A3B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7548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4.jp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904B7CB-4F43-0F02-D3B2-B1D8F260D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E6F93-B31E-48B3-B299-93E6BA5A394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7B70D8B-F21F-37DF-B973-F57EB2911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3CFEC43-196B-BCC3-942E-50811135D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83843-90EA-4CC3-9ED6-BD13B213D2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398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C35FA0B6-DA38-AB0E-5B6C-B0D5F65C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889B250-A591-B555-36FD-4CE1BE18B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0B35C2B-C5CC-DD42-521D-880A4D575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A3DC8-AC40-4982-BF38-F0ABBB245569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AFEEB2-2119-4986-69D0-3D1DB6434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2EADB7-8680-B691-6A13-FE6366111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AD8D0-DE05-433D-BB88-FC43F12A6D6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10589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0000500000000000000" pitchFamily="2" charset="-18"/>
          <a:ea typeface="+mj-ea"/>
          <a:cs typeface="Poppins" panose="00000500000000000000" pitchFamily="2" charset="-1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9A09C84-495E-CBAD-CEE4-679846B7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E4C7CF7-6CBD-B670-10DA-A132FDBF7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4FC3E75-95C4-9400-443C-E7A379270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CAE58-0967-48B3-80A9-557D84DADE4C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3F93E1D-8DF7-CE70-EC4B-3C0A29058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4A1F613-FC80-47A3-0CA6-4FB68F1DA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B07CA-1508-4989-8D79-5A1F77E39B8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745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0000500000000000000" pitchFamily="2" charset="-18"/>
          <a:ea typeface="+mj-ea"/>
          <a:cs typeface="Poppins" panose="00000500000000000000" pitchFamily="2" charset="-1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E8359EF7-2D6D-CF01-23D6-40555139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53A54A7-E934-4A49-B8ED-E5E77D11D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7FD9B9E-EBAA-7D95-6D55-2A2085B7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266A8-04BA-4BE1-B39F-946EDE646E40}" type="datetimeFigureOut">
              <a:rPr lang="sk-SK" smtClean="0"/>
              <a:t>10. 4. 2024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820B2FE-04B7-F417-F1A5-A67713689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CBD9BA4-8D85-FD28-3898-AAC392563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9B8C2-49FF-4BC5-9FCC-49B03A88954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2613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0000500000000000000" pitchFamily="2" charset="-18"/>
          <a:ea typeface="+mj-ea"/>
          <a:cs typeface="Poppins" panose="00000500000000000000" pitchFamily="2" charset="-1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3">
            <a:extLst>
              <a:ext uri="{FF2B5EF4-FFF2-40B4-BE49-F238E27FC236}">
                <a16:creationId xmlns:a16="http://schemas.microsoft.com/office/drawing/2014/main" id="{ACF36B7A-72F6-DEB1-5EA5-30AAA92B68E2}"/>
              </a:ext>
            </a:extLst>
          </p:cNvPr>
          <p:cNvSpPr txBox="1">
            <a:spLocks/>
          </p:cNvSpPr>
          <p:nvPr/>
        </p:nvSpPr>
        <p:spPr>
          <a:xfrm>
            <a:off x="808584" y="1306822"/>
            <a:ext cx="11325225" cy="3106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k-SK" sz="3600" b="1" dirty="0">
                <a:solidFill>
                  <a:srgbClr val="B32028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Názov prednášky</a:t>
            </a:r>
            <a:endParaRPr lang="en-GB" sz="3600" b="1" dirty="0">
              <a:solidFill>
                <a:srgbClr val="B32028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dnadpis 15">
            <a:extLst>
              <a:ext uri="{FF2B5EF4-FFF2-40B4-BE49-F238E27FC236}">
                <a16:creationId xmlns:a16="http://schemas.microsoft.com/office/drawing/2014/main" id="{7D8D1FC4-F5BD-1CE6-463D-AC47209A8CE3}"/>
              </a:ext>
            </a:extLst>
          </p:cNvPr>
          <p:cNvSpPr txBox="1">
            <a:spLocks/>
          </p:cNvSpPr>
          <p:nvPr/>
        </p:nvSpPr>
        <p:spPr>
          <a:xfrm>
            <a:off x="808584" y="4608204"/>
            <a:ext cx="10410825" cy="942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 err="1">
                <a:solidFill>
                  <a:srgbClr val="BF464D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Prednášajúci</a:t>
            </a:r>
            <a:endParaRPr lang="en-GB" sz="1800" dirty="0">
              <a:solidFill>
                <a:srgbClr val="BF464D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9106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D2DAE8CB-4DE9-4289-B0A3-74F5277DCF0E}"/>
              </a:ext>
            </a:extLst>
          </p:cNvPr>
          <p:cNvSpPr txBox="1">
            <a:spLocks/>
          </p:cNvSpPr>
          <p:nvPr/>
        </p:nvSpPr>
        <p:spPr>
          <a:xfrm>
            <a:off x="499133" y="562237"/>
            <a:ext cx="10383982" cy="5622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2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Vyhlásenie o konflikte záujmov autora</a:t>
            </a:r>
            <a:endParaRPr lang="en-GB" sz="2000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066B5897-6EC1-BB71-7131-DEC9EFFA2257}"/>
              </a:ext>
            </a:extLst>
          </p:cNvPr>
          <p:cNvSpPr txBox="1"/>
          <p:nvPr/>
        </p:nvSpPr>
        <p:spPr>
          <a:xfrm>
            <a:off x="3484720" y="1739681"/>
            <a:ext cx="496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000" dirty="0">
                <a:latin typeface="Poppins" panose="00000500000000000000" pitchFamily="2" charset="-18"/>
                <a:cs typeface="Poppins" panose="00000500000000000000" pitchFamily="2" charset="-18"/>
              </a:rPr>
              <a:t>□ </a:t>
            </a:r>
            <a:r>
              <a:rPr lang="sk-SK" sz="1600" dirty="0">
                <a:latin typeface="Poppins" panose="00000500000000000000" pitchFamily="2" charset="-18"/>
                <a:cs typeface="Poppins" panose="00000500000000000000" pitchFamily="2" charset="-18"/>
              </a:rPr>
              <a:t>  Nemám potenciálny konflikt záujmov</a:t>
            </a:r>
          </a:p>
          <a:p>
            <a:r>
              <a:rPr lang="sk-SK" sz="2000" dirty="0">
                <a:latin typeface="Poppins" panose="00000500000000000000" pitchFamily="2" charset="-18"/>
                <a:cs typeface="Poppins" panose="00000500000000000000" pitchFamily="2" charset="-18"/>
              </a:rPr>
              <a:t>□</a:t>
            </a:r>
            <a:r>
              <a:rPr lang="sk-SK" sz="1600" dirty="0">
                <a:latin typeface="Poppins" panose="00000500000000000000" pitchFamily="2" charset="-18"/>
                <a:cs typeface="Poppins" panose="00000500000000000000" pitchFamily="2" charset="-18"/>
              </a:rPr>
              <a:t>   Deklarujem nasledujúci konflikt záujmov</a:t>
            </a:r>
          </a:p>
        </p:txBody>
      </p:sp>
      <p:graphicFrame>
        <p:nvGraphicFramePr>
          <p:cNvPr id="6" name="Zástupný objekt pre obsah 5">
            <a:extLst>
              <a:ext uri="{FF2B5EF4-FFF2-40B4-BE49-F238E27FC236}">
                <a16:creationId xmlns:a16="http://schemas.microsoft.com/office/drawing/2014/main" id="{2C929B20-B60E-2E6F-DE63-502ABB8A7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6979821"/>
              </p:ext>
            </p:extLst>
          </p:nvPr>
        </p:nvGraphicFramePr>
        <p:xfrm>
          <a:off x="838200" y="2546666"/>
          <a:ext cx="10515600" cy="3296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469317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06723847"/>
                    </a:ext>
                  </a:extLst>
                </a:gridCol>
              </a:tblGrid>
              <a:tr h="470865">
                <a:tc>
                  <a:txBody>
                    <a:bodyPr/>
                    <a:lstStyle/>
                    <a:p>
                      <a:pPr algn="ctr"/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Forma</a:t>
                      </a:r>
                      <a:r>
                        <a:rPr lang="sk-SK" sz="1400" baseline="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 finančného prepojenia</a:t>
                      </a:r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9FD0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Spoločnosť</a:t>
                      </a:r>
                    </a:p>
                  </a:txBody>
                  <a:tcPr anchor="ctr">
                    <a:solidFill>
                      <a:srgbClr val="9FD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855447"/>
                  </a:ext>
                </a:extLst>
              </a:tr>
              <a:tr h="470865">
                <a:tc>
                  <a:txBody>
                    <a:bodyPr/>
                    <a:lstStyle/>
                    <a:p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Participácia</a:t>
                      </a:r>
                      <a:r>
                        <a:rPr lang="sk-SK" sz="1400" baseline="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 na klinických štúdiách/firemnom grante</a:t>
                      </a:r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C3E1E3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C3E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214709"/>
                  </a:ext>
                </a:extLst>
              </a:tr>
              <a:tr h="470865">
                <a:tc>
                  <a:txBody>
                    <a:bodyPr/>
                    <a:lstStyle/>
                    <a:p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Nepeňažné plnenie (v zmysle zákona)</a:t>
                      </a: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772196"/>
                  </a:ext>
                </a:extLst>
              </a:tr>
              <a:tr h="470865">
                <a:tc>
                  <a:txBody>
                    <a:bodyPr/>
                    <a:lstStyle/>
                    <a:p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Prednášajúci</a:t>
                      </a:r>
                    </a:p>
                  </a:txBody>
                  <a:tcPr anchor="ctr">
                    <a:solidFill>
                      <a:srgbClr val="C3E1E3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C3E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67870"/>
                  </a:ext>
                </a:extLst>
              </a:tr>
              <a:tr h="4708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Akcionár</a:t>
                      </a: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226184"/>
                  </a:ext>
                </a:extLst>
              </a:tr>
              <a:tr h="470865">
                <a:tc>
                  <a:txBody>
                    <a:bodyPr/>
                    <a:lstStyle/>
                    <a:p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Konzultant/odborný poradca</a:t>
                      </a:r>
                    </a:p>
                  </a:txBody>
                  <a:tcPr anchor="ctr">
                    <a:solidFill>
                      <a:srgbClr val="C3E1E3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C3E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815822"/>
                  </a:ext>
                </a:extLst>
              </a:tr>
              <a:tr h="470865">
                <a:tc>
                  <a:txBody>
                    <a:bodyPr/>
                    <a:lstStyle/>
                    <a:p>
                      <a:r>
                        <a:rPr lang="sk-SK" sz="1400" dirty="0">
                          <a:latin typeface="Poppins" panose="00000500000000000000" pitchFamily="2" charset="-18"/>
                          <a:cs typeface="Poppins" panose="00000500000000000000" pitchFamily="2" charset="-18"/>
                        </a:rPr>
                        <a:t>Ostatné príjmy (špecifikovať)</a:t>
                      </a: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1400" dirty="0">
                        <a:latin typeface="Poppins" panose="00000500000000000000" pitchFamily="2" charset="-18"/>
                        <a:cs typeface="Poppins" panose="00000500000000000000" pitchFamily="2" charset="-18"/>
                      </a:endParaRP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98698"/>
                  </a:ext>
                </a:extLst>
              </a:tr>
            </a:tbl>
          </a:graphicData>
        </a:graphic>
      </p:graphicFrame>
      <p:sp>
        <p:nvSpPr>
          <p:cNvPr id="7" name="BlokTextu 6">
            <a:extLst>
              <a:ext uri="{FF2B5EF4-FFF2-40B4-BE49-F238E27FC236}">
                <a16:creationId xmlns:a16="http://schemas.microsoft.com/office/drawing/2014/main" id="{457072DE-6152-0D7B-A8D2-77C473DF22B7}"/>
              </a:ext>
            </a:extLst>
          </p:cNvPr>
          <p:cNvSpPr txBox="1"/>
          <p:nvPr/>
        </p:nvSpPr>
        <p:spPr>
          <a:xfrm>
            <a:off x="838200" y="6109552"/>
            <a:ext cx="4349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200" dirty="0">
                <a:latin typeface="Poppins" panose="00000500000000000000" pitchFamily="2" charset="-18"/>
                <a:cs typeface="Poppins" panose="00000500000000000000" pitchFamily="2" charset="-18"/>
              </a:rPr>
              <a:t>Podľa UEMS (upravené v zmysle slovenskej legislatívy)</a:t>
            </a:r>
          </a:p>
        </p:txBody>
      </p:sp>
    </p:spTree>
    <p:extLst>
      <p:ext uri="{BB962C8B-B14F-4D97-AF65-F5344CB8AC3E}">
        <p14:creationId xmlns:p14="http://schemas.microsoft.com/office/powerpoint/2010/main" val="281035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EFE8F1-C05A-7911-51E4-B5BC5A1F2071}"/>
              </a:ext>
            </a:extLst>
          </p:cNvPr>
          <p:cNvSpPr txBox="1">
            <a:spLocks/>
          </p:cNvSpPr>
          <p:nvPr/>
        </p:nvSpPr>
        <p:spPr>
          <a:xfrm>
            <a:off x="572455" y="562237"/>
            <a:ext cx="10383982" cy="5622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2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Informácia o finančnej podpore</a:t>
            </a:r>
            <a:endParaRPr lang="en-GB" sz="2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7994B8-3C27-CBF6-1456-133D510CEAE8}"/>
              </a:ext>
            </a:extLst>
          </p:cNvPr>
          <p:cNvSpPr txBox="1">
            <a:spLocks/>
          </p:cNvSpPr>
          <p:nvPr/>
        </p:nvSpPr>
        <p:spPr>
          <a:xfrm>
            <a:off x="545748" y="2537583"/>
            <a:ext cx="10525540" cy="3768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anose="00000500000000000000" pitchFamily="2" charset="-18"/>
                <a:cs typeface="Poppins" panose="00000500000000000000" pitchFamily="2" charset="-18"/>
              </a:rPr>
              <a:t>Podujatie – prednáška – edukačný materiál CME, resp. CPD bol/o/a podporené/á/ý edukačným grantom spoločnosti ….............. Spoločnosť…..... žiadnym spôsobom nezasahovala do odborného obsahu podporeného/ej podujatia – prednášky – edukačného materiálu.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anose="00000500000000000000" pitchFamily="2" charset="-18"/>
                <a:cs typeface="Poppins" panose="00000500000000000000" pitchFamily="2" charset="-18"/>
              </a:rPr>
              <a:t>Podujatie – prednáška – edukačný materiál CME, resp. CPD bol/o/a podporené/á/ý finančným príspevkom spoločnosti ….............. Spoločnosť…..... žiadnym spôsobom nezasahovala do odborného obsahu podporeného/ej podujatia – prednášky – edukačného materiálu.</a:t>
            </a:r>
          </a:p>
        </p:txBody>
      </p:sp>
    </p:spTree>
    <p:extLst>
      <p:ext uri="{BB962C8B-B14F-4D97-AF65-F5344CB8AC3E}">
        <p14:creationId xmlns:p14="http://schemas.microsoft.com/office/powerpoint/2010/main" val="329283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266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27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325128"/>
      </p:ext>
    </p:extLst>
  </p:cSld>
  <p:clrMapOvr>
    <a:masterClrMapping/>
  </p:clrMapOvr>
</p:sld>
</file>

<file path=ppt/theme/theme1.xml><?xml version="1.0" encoding="utf-8"?>
<a:theme xmlns:a="http://schemas.openxmlformats.org/drawingml/2006/main" name="2_Vlastný návr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lastný návr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Vlastný návr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146</Words>
  <Application>Microsoft Office PowerPoint</Application>
  <PresentationFormat>Širokouhlá</PresentationFormat>
  <Paragraphs>18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4</vt:i4>
      </vt:variant>
      <vt:variant>
        <vt:lpstr>Nadpisy snímok</vt:lpstr>
      </vt:variant>
      <vt:variant>
        <vt:i4>6</vt:i4>
      </vt:variant>
    </vt:vector>
  </HeadingPairs>
  <TitlesOfParts>
    <vt:vector size="13" baseType="lpstr">
      <vt:lpstr>Arial</vt:lpstr>
      <vt:lpstr>Calibri</vt:lpstr>
      <vt:lpstr>Poppins</vt:lpstr>
      <vt:lpstr>2_Vlastný návrh</vt:lpstr>
      <vt:lpstr>Motív Office</vt:lpstr>
      <vt:lpstr>Vlastný návrh</vt:lpstr>
      <vt:lpstr>1_Vlastný návrh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SUM MEET</dc:creator>
  <cp:lastModifiedBy>SUM MEET</cp:lastModifiedBy>
  <cp:revision>4</cp:revision>
  <dcterms:created xsi:type="dcterms:W3CDTF">2024-04-02T15:23:44Z</dcterms:created>
  <dcterms:modified xsi:type="dcterms:W3CDTF">2024-04-10T04:38:55Z</dcterms:modified>
</cp:coreProperties>
</file>
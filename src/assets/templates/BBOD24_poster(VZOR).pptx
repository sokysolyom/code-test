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11" r:id="rId2"/>
    <p:sldMasterId id="2147483723" r:id="rId3"/>
  </p:sldMasterIdLst>
  <p:sldIdLst>
    <p:sldId id="259" r:id="rId4"/>
    <p:sldId id="261" r:id="rId5"/>
    <p:sldId id="262" r:id="rId6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2128"/>
    <a:srgbClr val="9FD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" d="100"/>
          <a:sy n="10" d="100"/>
        </p:scale>
        <p:origin x="2789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sk-SK" dirty="0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3991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8398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42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3912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1468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3154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6681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 sz="9921"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 sz="8504"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 sz="7086"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 sz="7086">
                <a:latin typeface="Poppins" panose="00000500000000000000" pitchFamily="2" charset="-18"/>
                <a:cs typeface="Poppins" panose="00000500000000000000" pitchFamily="2" charset="-18"/>
              </a:defRPr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274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sk-SK" dirty="0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5344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093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13312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sk-SK" dirty="0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37813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80569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0437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06443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22597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66761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85472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 sz="9921"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 sz="8504"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 sz="7086"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 sz="7086">
                <a:latin typeface="Poppins" panose="00000500000000000000" pitchFamily="2" charset="-18"/>
                <a:cs typeface="Poppins" panose="00000500000000000000" pitchFamily="2" charset="-18"/>
              </a:defRPr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794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sk-SK" dirty="0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58122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8794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2235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sk-SK" dirty="0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79336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07295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7315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38962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7611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712916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98558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 sz="9921"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 sz="8504"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 sz="7086"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 sz="7086">
                <a:latin typeface="Poppins" panose="00000500000000000000" pitchFamily="2" charset="-18"/>
                <a:cs typeface="Poppins" panose="00000500000000000000" pitchFamily="2" charset="-18"/>
              </a:defRPr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12832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sk-SK" dirty="0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sk-SK" dirty="0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284125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318690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>
            <a:lvl1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1pPr>
            <a:lvl2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2pPr>
            <a:lvl3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3pPr>
            <a:lvl4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4pPr>
            <a:lvl5pPr>
              <a:defRPr>
                <a:latin typeface="Poppins" panose="00000500000000000000" pitchFamily="2" charset="-18"/>
                <a:cs typeface="Poppins" panose="00000500000000000000" pitchFamily="2" charset="-18"/>
              </a:defRPr>
            </a:lvl5pPr>
          </a:lstStyle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0583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3468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Poppins" panose="00000500000000000000" pitchFamily="2" charset="-18"/>
          <a:ea typeface="+mj-ea"/>
          <a:cs typeface="Poppins" panose="00000500000000000000" pitchFamily="2" charset="-18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1171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Poppins" panose="00000500000000000000" pitchFamily="2" charset="-18"/>
          <a:ea typeface="+mj-ea"/>
          <a:cs typeface="Poppins" panose="00000500000000000000" pitchFamily="2" charset="-18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ADC68-0F88-4DBC-A505-9DE0DBFEF17B}" type="datetimeFigureOut">
              <a:rPr lang="sk-SK" smtClean="0"/>
              <a:t>9. 4. 2024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094A9-12F3-4DB1-947C-3A372421DFA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797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Poppins" panose="00000500000000000000" pitchFamily="2" charset="-18"/>
          <a:ea typeface="+mj-ea"/>
          <a:cs typeface="Poppins" panose="00000500000000000000" pitchFamily="2" charset="-18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Poppins" panose="00000500000000000000" pitchFamily="2" charset="-18"/>
          <a:ea typeface="+mn-ea"/>
          <a:cs typeface="Poppins" panose="00000500000000000000" pitchFamily="2" charset="-18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89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63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15209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í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Motív Office">
  <a:themeElements>
    <a:clrScheme name="Motí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í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Motív Office">
  <a:themeElements>
    <a:clrScheme name="Motí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í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0</Words>
  <Application>Microsoft Office PowerPoint</Application>
  <PresentationFormat>Vlastná</PresentationFormat>
  <Paragraphs>0</Paragraphs>
  <Slides>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3</vt:i4>
      </vt:variant>
      <vt:variant>
        <vt:lpstr>Nadpisy snímok</vt:lpstr>
      </vt:variant>
      <vt:variant>
        <vt:i4>3</vt:i4>
      </vt:variant>
    </vt:vector>
  </HeadingPairs>
  <TitlesOfParts>
    <vt:vector size="9" baseType="lpstr">
      <vt:lpstr>Arial</vt:lpstr>
      <vt:lpstr>Calibri</vt:lpstr>
      <vt:lpstr>Poppins</vt:lpstr>
      <vt:lpstr>Motív Office</vt:lpstr>
      <vt:lpstr>1_Motív Office</vt:lpstr>
      <vt:lpstr>2_Motív Office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SUM MEET</dc:creator>
  <cp:lastModifiedBy>Annamária Benejová</cp:lastModifiedBy>
  <cp:revision>4</cp:revision>
  <dcterms:created xsi:type="dcterms:W3CDTF">2024-04-06T09:04:48Z</dcterms:created>
  <dcterms:modified xsi:type="dcterms:W3CDTF">2024-04-09T10:54:16Z</dcterms:modified>
</cp:coreProperties>
</file>